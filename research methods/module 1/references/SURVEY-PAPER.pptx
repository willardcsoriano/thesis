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66" r:id="rId3"/>
    <p:sldId id="267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235C-F3E4-4AC1-A330-05D52CAB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PROPOSAL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7BB2-9685-4262-8E9B-2CF9D5668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1: IDENTIFY TOPIC </a:t>
            </a:r>
          </a:p>
          <a:p>
            <a:pPr lvl="1"/>
            <a:r>
              <a:rPr lang="en-US" dirty="0"/>
              <a:t>DONE</a:t>
            </a:r>
          </a:p>
          <a:p>
            <a:pPr lvl="1"/>
            <a:r>
              <a:rPr lang="en-US" dirty="0"/>
              <a:t>SIGNIFICANT IN THE SOCIETY </a:t>
            </a:r>
          </a:p>
          <a:p>
            <a:pPr lvl="1"/>
            <a:r>
              <a:rPr lang="en-US" dirty="0"/>
              <a:t>RELATED TO CS </a:t>
            </a:r>
          </a:p>
          <a:p>
            <a:pPr lvl="1"/>
            <a:r>
              <a:rPr lang="en-US" dirty="0"/>
              <a:t>ENHANCE THE BODY OF KNOWLEDGE </a:t>
            </a:r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74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235C-F3E4-4AC1-A330-05D52CAB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PROPOSAL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7BB2-9685-4262-8E9B-2CF9D5668B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STEP 2: INITIAL READING </a:t>
            </a:r>
          </a:p>
          <a:p>
            <a:pPr lvl="1"/>
            <a:r>
              <a:rPr lang="en-US" dirty="0"/>
              <a:t>DONE</a:t>
            </a:r>
          </a:p>
          <a:p>
            <a:pPr lvl="1"/>
            <a:r>
              <a:rPr lang="en-US" dirty="0"/>
              <a:t>PURPOSE</a:t>
            </a:r>
          </a:p>
          <a:p>
            <a:pPr lvl="2"/>
            <a:r>
              <a:rPr lang="en-US" dirty="0"/>
              <a:t>KNOW </a:t>
            </a:r>
            <a:r>
              <a:rPr lang="en-PH" dirty="0"/>
              <a:t>THE FF:</a:t>
            </a:r>
          </a:p>
          <a:p>
            <a:pPr lvl="3"/>
            <a:r>
              <a:rPr lang="en-US" dirty="0"/>
              <a:t>W</a:t>
            </a:r>
            <a:r>
              <a:rPr lang="en-PH" dirty="0"/>
              <a:t>HAT IS CURRENT IN THE FIELD OF STUDY </a:t>
            </a:r>
          </a:p>
          <a:p>
            <a:pPr lvl="3"/>
            <a:r>
              <a:rPr lang="en-US" dirty="0"/>
              <a:t>OTHER RELATED RESEARCH </a:t>
            </a:r>
          </a:p>
          <a:p>
            <a:pPr lvl="4"/>
            <a:r>
              <a:rPr lang="en-US" dirty="0"/>
              <a:t>OBJECTIVES</a:t>
            </a:r>
          </a:p>
          <a:p>
            <a:pPr lvl="4"/>
            <a:r>
              <a:rPr lang="en-US" dirty="0"/>
              <a:t>SCOPE </a:t>
            </a:r>
          </a:p>
          <a:p>
            <a:pPr lvl="4"/>
            <a:r>
              <a:rPr lang="en-US" dirty="0"/>
              <a:t>METHOD</a:t>
            </a:r>
          </a:p>
          <a:p>
            <a:pPr lvl="5"/>
            <a:r>
              <a:rPr lang="en-US" dirty="0"/>
              <a:t>ALGORITHM USED</a:t>
            </a:r>
          </a:p>
          <a:p>
            <a:pPr lvl="4"/>
            <a:r>
              <a:rPr lang="en-US" dirty="0"/>
              <a:t>RESULT </a:t>
            </a:r>
          </a:p>
          <a:p>
            <a:pPr lvl="4"/>
            <a:r>
              <a:rPr lang="en-US" dirty="0"/>
              <a:t>RECOMMENDATION</a:t>
            </a:r>
          </a:p>
          <a:p>
            <a:pPr marL="1828800" lvl="4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20A60-DE3F-46A2-9716-68D0EE6BF9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b="1" dirty="0"/>
              <a:t>PURPOSE (CONT)</a:t>
            </a:r>
          </a:p>
          <a:p>
            <a:pPr lvl="2"/>
            <a:r>
              <a:rPr lang="en-US" dirty="0"/>
              <a:t>REVISE TOPIC </a:t>
            </a:r>
          </a:p>
          <a:p>
            <a:pPr lvl="3"/>
            <a:r>
              <a:rPr lang="en-US" dirty="0"/>
              <a:t>DON’T REPEAT WHAT IS DONE</a:t>
            </a:r>
          </a:p>
          <a:p>
            <a:pPr lvl="3"/>
            <a:r>
              <a:rPr lang="en-US" dirty="0"/>
              <a:t>NEED TO DETERMINE WHAT WILL BE THE END RESULT OF THE RESEARCH</a:t>
            </a:r>
          </a:p>
          <a:p>
            <a:pPr lvl="4"/>
            <a:r>
              <a:rPr lang="en-US" dirty="0"/>
              <a:t>LOCALIZATION </a:t>
            </a:r>
          </a:p>
          <a:p>
            <a:pPr lvl="4"/>
            <a:r>
              <a:rPr lang="en-US" dirty="0"/>
              <a:t>INCREASE PERFORMANCE</a:t>
            </a:r>
          </a:p>
          <a:p>
            <a:pPr lvl="5"/>
            <a:r>
              <a:rPr lang="en-US" dirty="0"/>
              <a:t>ADDING/CHANGING PARAMETER</a:t>
            </a:r>
          </a:p>
          <a:p>
            <a:pPr lvl="5"/>
            <a:r>
              <a:rPr lang="en-US" dirty="0"/>
              <a:t>SOLVE PROBLEMATIC STEP/S</a:t>
            </a:r>
          </a:p>
          <a:p>
            <a:pPr lvl="4"/>
            <a:endParaRPr lang="en-US" dirty="0"/>
          </a:p>
          <a:p>
            <a:pPr lvl="3"/>
            <a:r>
              <a:rPr lang="en-US" dirty="0"/>
              <a:t>BASIS</a:t>
            </a:r>
          </a:p>
          <a:p>
            <a:pPr lvl="4"/>
            <a:r>
              <a:rPr lang="en-US" dirty="0"/>
              <a:t>SCOPE</a:t>
            </a:r>
          </a:p>
          <a:p>
            <a:pPr lvl="4"/>
            <a:r>
              <a:rPr lang="en-US" dirty="0"/>
              <a:t>METHOD  </a:t>
            </a:r>
          </a:p>
          <a:p>
            <a:pPr lvl="3"/>
            <a:endParaRPr lang="en-US" dirty="0"/>
          </a:p>
          <a:p>
            <a:pPr lvl="2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8447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3445D-B117-45F1-AF02-5BC8EDFF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PROPOSAL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8DA5E-B6A8-43E1-A68E-E8E660D73E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STEP 3: IDENTIFY PROBLEMS/OBJECTIVES OF THE STUDY </a:t>
            </a:r>
          </a:p>
          <a:p>
            <a:pPr lvl="1"/>
            <a:r>
              <a:rPr lang="en-US" b="1" dirty="0"/>
              <a:t>NEED BASIS </a:t>
            </a:r>
          </a:p>
          <a:p>
            <a:pPr lvl="2"/>
            <a:r>
              <a:rPr lang="en-US" b="1" dirty="0"/>
              <a:t>FROM RRL </a:t>
            </a:r>
          </a:p>
          <a:p>
            <a:pPr lvl="2"/>
            <a:endParaRPr lang="en-US" b="1" dirty="0"/>
          </a:p>
          <a:p>
            <a:r>
              <a:rPr lang="en-US" b="1" dirty="0"/>
              <a:t>STEP 4: DETERMINE THE SCOPE OF THE STUDY</a:t>
            </a:r>
          </a:p>
          <a:p>
            <a:r>
              <a:rPr lang="en-US" b="1" dirty="0"/>
              <a:t>STEP 5: DEFINE THE METHODOLOGY</a:t>
            </a:r>
          </a:p>
          <a:p>
            <a:pPr marL="0" indent="0">
              <a:buNone/>
            </a:pPr>
            <a:endParaRPr lang="en-PH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C5E68-2964-4D4F-A9A3-675493BEA8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23365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SURVEY PAPER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9464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PARTS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Introduction </a:t>
            </a:r>
          </a:p>
          <a:p>
            <a:r>
              <a:rPr lang="en-PH" dirty="0"/>
              <a:t>Terminology</a:t>
            </a:r>
          </a:p>
          <a:p>
            <a:r>
              <a:rPr lang="en-PH" dirty="0"/>
              <a:t>General Research Framework </a:t>
            </a:r>
          </a:p>
          <a:p>
            <a:r>
              <a:rPr lang="en-PH" dirty="0"/>
              <a:t>Paper Surveys </a:t>
            </a:r>
          </a:p>
          <a:p>
            <a:r>
              <a:rPr lang="en-PH" dirty="0"/>
              <a:t>Analysis of Papers (Methodology)</a:t>
            </a:r>
          </a:p>
          <a:p>
            <a:r>
              <a:rPr lang="en-PH" dirty="0"/>
              <a:t>Proposal </a:t>
            </a:r>
          </a:p>
          <a:p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1121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A clear description of the field. </a:t>
            </a:r>
          </a:p>
          <a:p>
            <a:pPr lvl="1"/>
            <a:r>
              <a:rPr lang="en-PH" dirty="0"/>
              <a:t>What is it a subset of? </a:t>
            </a:r>
          </a:p>
          <a:p>
            <a:pPr lvl="1"/>
            <a:r>
              <a:rPr lang="en-PH" dirty="0"/>
              <a:t>What is the current status?</a:t>
            </a:r>
          </a:p>
          <a:p>
            <a:r>
              <a:rPr lang="en-PH" dirty="0"/>
              <a:t>Short history: was there a seminal paper, research funding, special event, invention of an algorithm which spurred the development. </a:t>
            </a:r>
          </a:p>
          <a:p>
            <a:pPr lvl="1"/>
            <a:r>
              <a:rPr lang="en-PH" dirty="0"/>
              <a:t>Do not be afraid to anchor your domain in reality</a:t>
            </a:r>
          </a:p>
          <a:p>
            <a:r>
              <a:rPr lang="en-PH" dirty="0"/>
              <a:t>Which are the conferences, workshops, journals, special editions which are carrying the papers related to the topic? </a:t>
            </a:r>
          </a:p>
          <a:p>
            <a:r>
              <a:rPr lang="en-PH" dirty="0"/>
              <a:t>Research Challenges </a:t>
            </a:r>
          </a:p>
        </p:txBody>
      </p:sp>
    </p:spTree>
    <p:extLst>
      <p:ext uri="{BB962C8B-B14F-4D97-AF65-F5344CB8AC3E}">
        <p14:creationId xmlns:p14="http://schemas.microsoft.com/office/powerpoint/2010/main" val="361199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TERMINILOGY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PH" dirty="0"/>
              <a:t>terminology of the field, describe what the various terms mean.</a:t>
            </a:r>
          </a:p>
          <a:p>
            <a:endParaRPr lang="en-PH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22068" y="2193925"/>
            <a:ext cx="3234264" cy="402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69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GENERAL RESEARCH FRAMEWORK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General Phases </a:t>
            </a:r>
          </a:p>
          <a:p>
            <a:r>
              <a:rPr lang="en-PH" dirty="0"/>
              <a:t>For example: Image Processing </a:t>
            </a:r>
          </a:p>
          <a:p>
            <a:pPr lvl="1"/>
            <a:r>
              <a:rPr lang="en-PH" dirty="0"/>
              <a:t>Image Acquisition</a:t>
            </a:r>
          </a:p>
          <a:p>
            <a:pPr lvl="1"/>
            <a:r>
              <a:rPr lang="en-PH" dirty="0"/>
              <a:t>Pre – processing </a:t>
            </a:r>
          </a:p>
          <a:p>
            <a:pPr lvl="1"/>
            <a:r>
              <a:rPr lang="en-PH" dirty="0"/>
              <a:t>Image Segmentation </a:t>
            </a:r>
          </a:p>
          <a:p>
            <a:pPr lvl="1"/>
            <a:r>
              <a:rPr lang="en-PH" dirty="0"/>
              <a:t>Feature Extraction </a:t>
            </a:r>
          </a:p>
          <a:p>
            <a:pPr lvl="1"/>
            <a:r>
              <a:rPr lang="en-PH" dirty="0"/>
              <a:t>Modelling using Machine Learning and others </a:t>
            </a:r>
          </a:p>
          <a:p>
            <a:pPr lvl="1"/>
            <a:r>
              <a:rPr lang="en-PH" dirty="0"/>
              <a:t>Testing </a:t>
            </a:r>
          </a:p>
          <a:p>
            <a:pPr lvl="1"/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3532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Paper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sz="2400" dirty="0"/>
              <a:t>Per Paper cited </a:t>
            </a:r>
            <a:endParaRPr lang="en-PH" sz="2000" dirty="0"/>
          </a:p>
          <a:p>
            <a:pPr lvl="1"/>
            <a:r>
              <a:rPr lang="en-PH" dirty="0"/>
              <a:t>Scope </a:t>
            </a:r>
            <a:endParaRPr lang="en-PH" sz="1800" dirty="0"/>
          </a:p>
          <a:p>
            <a:pPr lvl="1"/>
            <a:r>
              <a:rPr lang="en-PH" dirty="0"/>
              <a:t>Data set </a:t>
            </a:r>
            <a:endParaRPr lang="en-PH" sz="1800" dirty="0"/>
          </a:p>
          <a:p>
            <a:pPr lvl="1"/>
            <a:r>
              <a:rPr lang="en-PH" dirty="0"/>
              <a:t>Methodology including the algorithm used </a:t>
            </a:r>
            <a:endParaRPr lang="en-PH" sz="1800" dirty="0"/>
          </a:p>
          <a:p>
            <a:pPr lvl="1"/>
            <a:r>
              <a:rPr lang="en-PH" dirty="0"/>
              <a:t>Results </a:t>
            </a:r>
            <a:endParaRPr lang="en-PH" sz="1800" dirty="0"/>
          </a:p>
          <a:p>
            <a:pPr lvl="1"/>
            <a:r>
              <a:rPr lang="en-PH" dirty="0"/>
              <a:t>Further research </a:t>
            </a:r>
            <a:endParaRPr lang="en-PH" sz="1800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41462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Analysis of paper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Comparison between Paper Cited </a:t>
            </a:r>
          </a:p>
        </p:txBody>
      </p:sp>
    </p:spTree>
    <p:extLst>
      <p:ext uri="{BB962C8B-B14F-4D97-AF65-F5344CB8AC3E}">
        <p14:creationId xmlns:p14="http://schemas.microsoft.com/office/powerpoint/2010/main" val="3304495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Proposed Conceptual Framework</a:t>
            </a:r>
          </a:p>
        </p:txBody>
      </p:sp>
    </p:spTree>
    <p:extLst>
      <p:ext uri="{BB962C8B-B14F-4D97-AF65-F5344CB8AC3E}">
        <p14:creationId xmlns:p14="http://schemas.microsoft.com/office/powerpoint/2010/main" val="2272071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2375-8F43-4212-AE11-1F2778C4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/>
              <a:t>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3109B-6559-4197-A7DF-5EFAD7EE9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PH" dirty="0"/>
              <a:t>https://www.acm.org/publications/authors/reference-formatting</a:t>
            </a:r>
          </a:p>
        </p:txBody>
      </p:sp>
    </p:spTree>
    <p:extLst>
      <p:ext uri="{BB962C8B-B14F-4D97-AF65-F5344CB8AC3E}">
        <p14:creationId xmlns:p14="http://schemas.microsoft.com/office/powerpoint/2010/main" val="46758105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765</TotalTime>
  <Words>297</Words>
  <Application>Microsoft Office PowerPoint</Application>
  <PresentationFormat>Widescreen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Vapor Trail</vt:lpstr>
      <vt:lpstr>RESEARCH PROPOSAL</vt:lpstr>
      <vt:lpstr>RESEARCH PROPOSAL</vt:lpstr>
      <vt:lpstr>RESEARCH PROPOSAL</vt:lpstr>
      <vt:lpstr>SURVEY PAPER</vt:lpstr>
      <vt:lpstr>PARTS </vt:lpstr>
      <vt:lpstr>INTRODUCTION</vt:lpstr>
      <vt:lpstr>TERMINILOGY</vt:lpstr>
      <vt:lpstr>GENERAL RESEARCH FRAMEWORK</vt:lpstr>
      <vt:lpstr>Paper survey</vt:lpstr>
      <vt:lpstr>Analysis of paper survey</vt:lpstr>
      <vt:lpstr>Proposal</vt:lpstr>
      <vt:lpstr>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PAPER</dc:title>
  <dc:creator>Joel C. De Goma</dc:creator>
  <cp:lastModifiedBy>Joel C. De Goma</cp:lastModifiedBy>
  <cp:revision>11</cp:revision>
  <dcterms:created xsi:type="dcterms:W3CDTF">2020-06-05T01:56:18Z</dcterms:created>
  <dcterms:modified xsi:type="dcterms:W3CDTF">2023-09-08T06:30:36Z</dcterms:modified>
</cp:coreProperties>
</file>