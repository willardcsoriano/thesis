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6/23/2020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library.sacredheart.edu/c.php?g=29803&amp;p=18593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 smtClean="0"/>
              <a:t>Chapter 1: </a:t>
            </a:r>
            <a:br>
              <a:rPr lang="en-PH" dirty="0" smtClean="0"/>
            </a:br>
            <a:r>
              <a:rPr lang="en-PH" dirty="0" smtClean="0"/>
              <a:t>introduction</a:t>
            </a:r>
            <a:endParaRPr lang="en-P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05210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Purpose of introduction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Background </a:t>
            </a:r>
            <a:r>
              <a:rPr lang="en-PH" dirty="0"/>
              <a:t>information about the topic</a:t>
            </a:r>
          </a:p>
          <a:p>
            <a:r>
              <a:rPr lang="en-PH" dirty="0" smtClean="0"/>
              <a:t>General </a:t>
            </a:r>
            <a:r>
              <a:rPr lang="en-PH" dirty="0"/>
              <a:t>research issue or problem to your specific area of </a:t>
            </a:r>
            <a:r>
              <a:rPr lang="en-PH" dirty="0" smtClean="0"/>
              <a:t>research</a:t>
            </a:r>
          </a:p>
          <a:p>
            <a:endParaRPr lang="en-PH" dirty="0" smtClean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01580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parts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Background of the </a:t>
            </a:r>
            <a:r>
              <a:rPr lang="en-PH" dirty="0" smtClean="0"/>
              <a:t>study</a:t>
            </a:r>
          </a:p>
          <a:p>
            <a:r>
              <a:rPr lang="en-PH" dirty="0"/>
              <a:t>Statement of the </a:t>
            </a:r>
            <a:r>
              <a:rPr lang="en-PH" dirty="0" smtClean="0"/>
              <a:t>Problem</a:t>
            </a:r>
          </a:p>
          <a:p>
            <a:r>
              <a:rPr lang="en-PH" dirty="0" smtClean="0"/>
              <a:t>Objectives </a:t>
            </a:r>
          </a:p>
          <a:p>
            <a:r>
              <a:rPr lang="en-PH" dirty="0"/>
              <a:t>Significance of the </a:t>
            </a:r>
            <a:r>
              <a:rPr lang="en-PH" dirty="0" smtClean="0"/>
              <a:t>Problem</a:t>
            </a:r>
          </a:p>
          <a:p>
            <a:r>
              <a:rPr lang="en-PH" dirty="0"/>
              <a:t>Scope and limitations of the study</a:t>
            </a:r>
          </a:p>
        </p:txBody>
      </p:sp>
    </p:spTree>
    <p:extLst>
      <p:ext uri="{BB962C8B-B14F-4D97-AF65-F5344CB8AC3E}">
        <p14:creationId xmlns:p14="http://schemas.microsoft.com/office/powerpoint/2010/main" val="3521213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Background of the </a:t>
            </a:r>
            <a:r>
              <a:rPr lang="en-PH" dirty="0" smtClean="0"/>
              <a:t>study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P</a:t>
            </a:r>
            <a:r>
              <a:rPr lang="en-PH" dirty="0" smtClean="0"/>
              <a:t>urpose </a:t>
            </a:r>
          </a:p>
          <a:p>
            <a:pPr lvl="1"/>
            <a:r>
              <a:rPr lang="en-PH" dirty="0" smtClean="0"/>
              <a:t>to </a:t>
            </a:r>
            <a:r>
              <a:rPr lang="en-PH" dirty="0"/>
              <a:t>prove the relevance of </a:t>
            </a:r>
            <a:r>
              <a:rPr lang="en-PH" dirty="0" smtClean="0"/>
              <a:t>the research</a:t>
            </a:r>
            <a:endParaRPr lang="en-PH" dirty="0"/>
          </a:p>
          <a:p>
            <a:pPr lvl="1"/>
            <a:r>
              <a:rPr lang="en-PH" dirty="0" smtClean="0"/>
              <a:t>to prove the need of further develop research</a:t>
            </a:r>
            <a:endParaRPr lang="en-PH" dirty="0"/>
          </a:p>
          <a:p>
            <a:r>
              <a:rPr lang="en-PH" dirty="0" smtClean="0"/>
              <a:t>Contains </a:t>
            </a:r>
          </a:p>
          <a:p>
            <a:pPr lvl="1"/>
            <a:r>
              <a:rPr lang="en-PH" dirty="0" smtClean="0"/>
              <a:t>Information </a:t>
            </a:r>
            <a:r>
              <a:rPr lang="en-PH" dirty="0"/>
              <a:t>surrounding the </a:t>
            </a:r>
            <a:r>
              <a:rPr lang="en-PH" dirty="0" smtClean="0"/>
              <a:t>issue</a:t>
            </a:r>
          </a:p>
          <a:p>
            <a:pPr lvl="2"/>
            <a:r>
              <a:rPr lang="en-PH" dirty="0" smtClean="0"/>
              <a:t>Relevant </a:t>
            </a:r>
            <a:r>
              <a:rPr lang="en-PH" dirty="0"/>
              <a:t>history </a:t>
            </a:r>
            <a:endParaRPr lang="en-PH" dirty="0" smtClean="0"/>
          </a:p>
          <a:p>
            <a:pPr lvl="2"/>
            <a:r>
              <a:rPr lang="en-PH" dirty="0" smtClean="0"/>
              <a:t>Current information</a:t>
            </a:r>
          </a:p>
          <a:p>
            <a:pPr lvl="2"/>
            <a:r>
              <a:rPr lang="en-PH" dirty="0" smtClean="0"/>
              <a:t>R</a:t>
            </a:r>
            <a:r>
              <a:rPr lang="en-PH" dirty="0"/>
              <a:t>eview of the area being </a:t>
            </a:r>
            <a:r>
              <a:rPr lang="en-PH" dirty="0" smtClean="0"/>
              <a:t>researched</a:t>
            </a:r>
          </a:p>
          <a:p>
            <a:pPr lvl="3"/>
            <a:r>
              <a:rPr lang="en-PH" dirty="0" smtClean="0"/>
              <a:t>Further Study will support to your statement of the problem</a:t>
            </a:r>
          </a:p>
          <a:p>
            <a:pPr lvl="1"/>
            <a:endParaRPr lang="en-PH" dirty="0"/>
          </a:p>
          <a:p>
            <a:pPr lvl="1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847339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Statement of the problem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It should address a gap in knowledge.</a:t>
            </a:r>
          </a:p>
          <a:p>
            <a:r>
              <a:rPr lang="en-PH" dirty="0"/>
              <a:t>It should be significant enough to contribute to the existing body of research</a:t>
            </a:r>
          </a:p>
          <a:p>
            <a:r>
              <a:rPr lang="en-PH" dirty="0"/>
              <a:t>It should lead to further research</a:t>
            </a:r>
          </a:p>
          <a:p>
            <a:r>
              <a:rPr lang="en-PH" dirty="0"/>
              <a:t>The problem should render itself to investigation through collection of data</a:t>
            </a:r>
          </a:p>
          <a:p>
            <a:r>
              <a:rPr lang="en-PH" dirty="0"/>
              <a:t>It should be of interest to the researcher and suit his/her skills, time, and resources</a:t>
            </a:r>
          </a:p>
          <a:p>
            <a:r>
              <a:rPr lang="en-PH" dirty="0"/>
              <a:t>The approach towards solving the problem should be ethical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806268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Statement of the problem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explicitly states the problem to be solved in the course of the research work; </a:t>
            </a:r>
            <a:endParaRPr lang="en-PH" dirty="0" smtClean="0"/>
          </a:p>
          <a:p>
            <a:r>
              <a:rPr lang="en-PH" dirty="0" smtClean="0"/>
              <a:t>should </a:t>
            </a:r>
            <a:r>
              <a:rPr lang="en-PH" dirty="0"/>
              <a:t>include all parameters to be considered in the course of the project</a:t>
            </a:r>
            <a:r>
              <a:rPr lang="en-PH" dirty="0" smtClean="0"/>
              <a:t>;</a:t>
            </a:r>
          </a:p>
          <a:p>
            <a:r>
              <a:rPr lang="en-PH" dirty="0" smtClean="0"/>
              <a:t>may </a:t>
            </a:r>
            <a:r>
              <a:rPr lang="en-PH" dirty="0"/>
              <a:t>be one or more sentences; </a:t>
            </a:r>
            <a:endParaRPr lang="en-PH" dirty="0" smtClean="0"/>
          </a:p>
          <a:p>
            <a:r>
              <a:rPr lang="en-PH" dirty="0" smtClean="0"/>
              <a:t>may </a:t>
            </a:r>
            <a:r>
              <a:rPr lang="en-PH" dirty="0"/>
              <a:t>come in question form</a:t>
            </a:r>
            <a:r>
              <a:rPr lang="en-PH" dirty="0" smtClean="0"/>
              <a:t>.</a:t>
            </a:r>
          </a:p>
          <a:p>
            <a:r>
              <a:rPr lang="en-PH" dirty="0"/>
              <a:t>may be broken down into general and specific </a:t>
            </a:r>
            <a:r>
              <a:rPr lang="en-PH" dirty="0" smtClean="0"/>
              <a:t>problem.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15504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Objective/s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b="1" dirty="0" smtClean="0"/>
              <a:t>General Objective</a:t>
            </a:r>
            <a:r>
              <a:rPr lang="en-PH" b="1" dirty="0"/>
              <a:t> </a:t>
            </a:r>
            <a:endParaRPr lang="en-PH" b="1" dirty="0" smtClean="0"/>
          </a:p>
          <a:p>
            <a:pPr lvl="1"/>
            <a:r>
              <a:rPr lang="en-PH" dirty="0" smtClean="0"/>
              <a:t>states </a:t>
            </a:r>
            <a:r>
              <a:rPr lang="en-PH" dirty="0"/>
              <a:t>what you expect to achieve in general terms</a:t>
            </a:r>
            <a:endParaRPr lang="en-PH" dirty="0"/>
          </a:p>
          <a:p>
            <a:r>
              <a:rPr lang="en-PH" b="1" dirty="0" smtClean="0"/>
              <a:t>Specific objectives</a:t>
            </a:r>
            <a:endParaRPr lang="en-PH" b="1" dirty="0"/>
          </a:p>
          <a:p>
            <a:pPr lvl="1"/>
            <a:r>
              <a:rPr lang="en-PH" dirty="0" smtClean="0"/>
              <a:t>general </a:t>
            </a:r>
            <a:r>
              <a:rPr lang="en-PH" dirty="0"/>
              <a:t>objective into smaller, logically connected parts that systematically address the various aspects of the problem</a:t>
            </a:r>
            <a:r>
              <a:rPr lang="en-PH" dirty="0" smtClean="0"/>
              <a:t>.</a:t>
            </a:r>
          </a:p>
          <a:p>
            <a:pPr lvl="1"/>
            <a:r>
              <a:rPr lang="en-PH" dirty="0" smtClean="0"/>
              <a:t>Your </a:t>
            </a:r>
            <a:r>
              <a:rPr lang="en-PH" dirty="0"/>
              <a:t>specific objectives should specify exactly what you will do in each </a:t>
            </a:r>
            <a:endParaRPr lang="en-PH" dirty="0" smtClean="0"/>
          </a:p>
          <a:p>
            <a:pPr lvl="2"/>
            <a:r>
              <a:rPr lang="en-PH" dirty="0" smtClean="0"/>
              <a:t>phase </a:t>
            </a:r>
            <a:r>
              <a:rPr lang="en-PH" dirty="0"/>
              <a:t>of your study, </a:t>
            </a:r>
            <a:endParaRPr lang="en-PH" dirty="0" smtClean="0"/>
          </a:p>
          <a:p>
            <a:pPr lvl="3"/>
            <a:r>
              <a:rPr lang="en-PH" dirty="0" smtClean="0"/>
              <a:t>how</a:t>
            </a:r>
            <a:r>
              <a:rPr lang="en-PH" dirty="0"/>
              <a:t>, </a:t>
            </a:r>
            <a:endParaRPr lang="en-PH" dirty="0" smtClean="0"/>
          </a:p>
          <a:p>
            <a:pPr lvl="3"/>
            <a:r>
              <a:rPr lang="en-PH" dirty="0" smtClean="0"/>
              <a:t>where</a:t>
            </a:r>
            <a:r>
              <a:rPr lang="en-PH" dirty="0"/>
              <a:t>, </a:t>
            </a:r>
            <a:endParaRPr lang="en-PH" dirty="0" smtClean="0"/>
          </a:p>
          <a:p>
            <a:pPr lvl="3"/>
            <a:r>
              <a:rPr lang="en-PH" dirty="0" smtClean="0"/>
              <a:t>when </a:t>
            </a:r>
            <a:r>
              <a:rPr lang="en-PH" dirty="0"/>
              <a:t>and </a:t>
            </a:r>
            <a:endParaRPr lang="en-PH" dirty="0" smtClean="0"/>
          </a:p>
          <a:p>
            <a:pPr lvl="3"/>
            <a:r>
              <a:rPr lang="en-PH" dirty="0" smtClean="0"/>
              <a:t>for </a:t>
            </a:r>
            <a:r>
              <a:rPr lang="en-PH" dirty="0"/>
              <a:t>what purpose.</a:t>
            </a:r>
            <a:endParaRPr lang="en-PH" b="1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073106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Objective/s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Sample </a:t>
            </a:r>
          </a:p>
          <a:p>
            <a:r>
              <a:rPr lang="en-PH" dirty="0" smtClean="0"/>
              <a:t>“...</a:t>
            </a:r>
            <a:r>
              <a:rPr lang="en-PH" dirty="0"/>
              <a:t>this project proposes the use of optimization methods for vehicle route problems...” </a:t>
            </a:r>
            <a:r>
              <a:rPr lang="en-PH" dirty="0" smtClean="0"/>
              <a:t> </a:t>
            </a:r>
          </a:p>
          <a:p>
            <a:r>
              <a:rPr lang="en-PH" dirty="0" smtClean="0"/>
              <a:t>“...</a:t>
            </a:r>
            <a:r>
              <a:rPr lang="en-PH" dirty="0"/>
              <a:t>the main objective is to develop neural network algorithms for sentiment analysis in text...” </a:t>
            </a:r>
            <a:endParaRPr lang="en-PH" dirty="0" smtClean="0"/>
          </a:p>
          <a:p>
            <a:pPr lvl="1"/>
            <a:r>
              <a:rPr lang="en-PH" dirty="0" smtClean="0"/>
              <a:t>It </a:t>
            </a:r>
            <a:r>
              <a:rPr lang="en-PH" dirty="0"/>
              <a:t>is hard to grasp the actual problem to be addressed </a:t>
            </a:r>
            <a:endParaRPr lang="en-PH" dirty="0" smtClean="0"/>
          </a:p>
          <a:p>
            <a:pPr lvl="1"/>
            <a:r>
              <a:rPr lang="en-PH" dirty="0" smtClean="0"/>
              <a:t>It </a:t>
            </a:r>
            <a:r>
              <a:rPr lang="en-PH" dirty="0"/>
              <a:t>is not clear what exactly is the research question and its importance in those objectives</a:t>
            </a:r>
          </a:p>
        </p:txBody>
      </p:sp>
    </p:spTree>
    <p:extLst>
      <p:ext uri="{BB962C8B-B14F-4D97-AF65-F5344CB8AC3E}">
        <p14:creationId xmlns:p14="http://schemas.microsoft.com/office/powerpoint/2010/main" val="2244913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Significance of the problem/research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states why the problem needs to be solved; </a:t>
            </a:r>
            <a:endParaRPr lang="en-PH" dirty="0" smtClean="0"/>
          </a:p>
          <a:p>
            <a:r>
              <a:rPr lang="en-PH" dirty="0" smtClean="0"/>
              <a:t>answers </a:t>
            </a:r>
            <a:r>
              <a:rPr lang="en-PH" dirty="0"/>
              <a:t>who will benefit from the study and </a:t>
            </a:r>
            <a:endParaRPr lang="en-PH" dirty="0" smtClean="0"/>
          </a:p>
          <a:p>
            <a:r>
              <a:rPr lang="en-PH" dirty="0" smtClean="0"/>
              <a:t>what </a:t>
            </a:r>
            <a:r>
              <a:rPr lang="en-PH" dirty="0"/>
              <a:t>benefits will be derived by the beneficiaries.</a:t>
            </a:r>
          </a:p>
        </p:txBody>
      </p:sp>
    </p:spTree>
    <p:extLst>
      <p:ext uri="{BB962C8B-B14F-4D97-AF65-F5344CB8AC3E}">
        <p14:creationId xmlns:p14="http://schemas.microsoft.com/office/powerpoint/2010/main" val="2918971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Scope and </a:t>
            </a:r>
            <a:r>
              <a:rPr lang="en-PH" dirty="0" smtClean="0"/>
              <a:t>limitations</a:t>
            </a:r>
            <a:br>
              <a:rPr lang="en-PH" dirty="0" smtClean="0"/>
            </a:br>
            <a:r>
              <a:rPr lang="en-PH" dirty="0" smtClean="0"/>
              <a:t> </a:t>
            </a:r>
            <a:r>
              <a:rPr lang="en-PH" dirty="0"/>
              <a:t>of the study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b="1" dirty="0" smtClean="0"/>
              <a:t>Scope</a:t>
            </a:r>
            <a:r>
              <a:rPr lang="en-PH" dirty="0"/>
              <a:t> </a:t>
            </a:r>
            <a:endParaRPr lang="en-PH" dirty="0" smtClean="0"/>
          </a:p>
          <a:p>
            <a:pPr lvl="1"/>
            <a:r>
              <a:rPr lang="en-PH" dirty="0" smtClean="0"/>
              <a:t>is </a:t>
            </a:r>
            <a:r>
              <a:rPr lang="en-PH" dirty="0"/>
              <a:t>the breadth, </a:t>
            </a:r>
            <a:endParaRPr lang="en-PH" dirty="0" smtClean="0"/>
          </a:p>
          <a:p>
            <a:pPr lvl="1"/>
            <a:r>
              <a:rPr lang="en-PH" dirty="0" smtClean="0"/>
              <a:t>depth </a:t>
            </a:r>
            <a:r>
              <a:rPr lang="en-PH" dirty="0"/>
              <a:t>or reach of a subject; </a:t>
            </a:r>
            <a:endParaRPr lang="en-PH" dirty="0" smtClean="0"/>
          </a:p>
          <a:p>
            <a:pPr lvl="1"/>
            <a:r>
              <a:rPr lang="en-PH" dirty="0" smtClean="0"/>
              <a:t>a domain</a:t>
            </a:r>
          </a:p>
          <a:p>
            <a:pPr lvl="1" fontAlgn="base"/>
            <a:r>
              <a:rPr lang="en-PH" dirty="0" smtClean="0"/>
              <a:t>Should include </a:t>
            </a:r>
          </a:p>
          <a:p>
            <a:pPr lvl="2" fontAlgn="base"/>
            <a:r>
              <a:rPr lang="en-PH" dirty="0" smtClean="0"/>
              <a:t>General </a:t>
            </a:r>
            <a:r>
              <a:rPr lang="en-PH" dirty="0"/>
              <a:t>purpose</a:t>
            </a:r>
          </a:p>
          <a:p>
            <a:pPr lvl="2" fontAlgn="base"/>
            <a:r>
              <a:rPr lang="en-PH" dirty="0"/>
              <a:t>Subject matter</a:t>
            </a:r>
          </a:p>
          <a:p>
            <a:pPr lvl="2" fontAlgn="base"/>
            <a:r>
              <a:rPr lang="en-PH" dirty="0"/>
              <a:t>Topics studied</a:t>
            </a:r>
          </a:p>
          <a:p>
            <a:pPr lvl="2" fontAlgn="base"/>
            <a:r>
              <a:rPr lang="en-PH" dirty="0"/>
              <a:t>Population or sample</a:t>
            </a:r>
          </a:p>
          <a:p>
            <a:pPr lvl="2" fontAlgn="base"/>
            <a:r>
              <a:rPr lang="en-PH" dirty="0"/>
              <a:t>Area or locality</a:t>
            </a:r>
          </a:p>
          <a:p>
            <a:pPr lvl="2" fontAlgn="base"/>
            <a:r>
              <a:rPr lang="en-PH" dirty="0"/>
              <a:t>Time or duration</a:t>
            </a:r>
          </a:p>
          <a:p>
            <a:pPr marL="457200" lvl="1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72898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Scope and </a:t>
            </a:r>
            <a:r>
              <a:rPr lang="en-PH" dirty="0" smtClean="0"/>
              <a:t>limitations</a:t>
            </a:r>
            <a:br>
              <a:rPr lang="en-PH" dirty="0" smtClean="0"/>
            </a:br>
            <a:r>
              <a:rPr lang="en-PH" dirty="0" smtClean="0"/>
              <a:t> </a:t>
            </a:r>
            <a:r>
              <a:rPr lang="en-PH" dirty="0"/>
              <a:t>of the study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PH" b="1" dirty="0" smtClean="0"/>
              <a:t>Scope</a:t>
            </a:r>
            <a:r>
              <a:rPr lang="en-PH" dirty="0"/>
              <a:t> </a:t>
            </a:r>
            <a:endParaRPr lang="en-PH" dirty="0" smtClean="0"/>
          </a:p>
          <a:p>
            <a:pPr lvl="1"/>
            <a:r>
              <a:rPr lang="en-PH" dirty="0" smtClean="0"/>
              <a:t>is </a:t>
            </a:r>
            <a:r>
              <a:rPr lang="en-PH" dirty="0"/>
              <a:t>the breadth, </a:t>
            </a:r>
            <a:endParaRPr lang="en-PH" dirty="0" smtClean="0"/>
          </a:p>
          <a:p>
            <a:pPr lvl="1"/>
            <a:r>
              <a:rPr lang="en-PH" dirty="0" smtClean="0"/>
              <a:t>depth </a:t>
            </a:r>
            <a:r>
              <a:rPr lang="en-PH" dirty="0"/>
              <a:t>or reach of a subject; </a:t>
            </a:r>
            <a:endParaRPr lang="en-PH" dirty="0" smtClean="0"/>
          </a:p>
          <a:p>
            <a:pPr lvl="1"/>
            <a:r>
              <a:rPr lang="en-PH" dirty="0" smtClean="0"/>
              <a:t>a domain</a:t>
            </a:r>
          </a:p>
          <a:p>
            <a:pPr lvl="1" fontAlgn="base"/>
            <a:r>
              <a:rPr lang="en-PH" dirty="0"/>
              <a:t>General purpose</a:t>
            </a:r>
          </a:p>
          <a:p>
            <a:pPr lvl="1" fontAlgn="base"/>
            <a:r>
              <a:rPr lang="en-PH" dirty="0"/>
              <a:t>Subject matter</a:t>
            </a:r>
          </a:p>
          <a:p>
            <a:pPr lvl="1" fontAlgn="base"/>
            <a:r>
              <a:rPr lang="en-PH" dirty="0"/>
              <a:t>Topics studied</a:t>
            </a:r>
          </a:p>
          <a:p>
            <a:pPr lvl="1" fontAlgn="base"/>
            <a:r>
              <a:rPr lang="en-PH" dirty="0"/>
              <a:t>Population or sample</a:t>
            </a:r>
          </a:p>
          <a:p>
            <a:pPr lvl="1" fontAlgn="base"/>
            <a:r>
              <a:rPr lang="en-PH" dirty="0"/>
              <a:t>Area or locality</a:t>
            </a:r>
          </a:p>
          <a:p>
            <a:pPr lvl="1" fontAlgn="base"/>
            <a:r>
              <a:rPr lang="en-PH" dirty="0"/>
              <a:t>Time or duration</a:t>
            </a:r>
          </a:p>
          <a:p>
            <a:pPr lvl="1"/>
            <a:endParaRPr lang="en-PH" dirty="0"/>
          </a:p>
          <a:p>
            <a:pPr lvl="1"/>
            <a:endParaRPr lang="en-PH" dirty="0" smtClean="0"/>
          </a:p>
          <a:p>
            <a:r>
              <a:rPr lang="en-PH" b="1" dirty="0" err="1" smtClean="0"/>
              <a:t>Llimitation</a:t>
            </a:r>
            <a:r>
              <a:rPr lang="en-PH" dirty="0"/>
              <a:t> </a:t>
            </a:r>
            <a:endParaRPr lang="en-PH" dirty="0" smtClean="0"/>
          </a:p>
          <a:p>
            <a:pPr lvl="1"/>
            <a:r>
              <a:rPr lang="en-PH" dirty="0" smtClean="0"/>
              <a:t>is </a:t>
            </a:r>
            <a:r>
              <a:rPr lang="en-PH" dirty="0"/>
              <a:t>the act of </a:t>
            </a:r>
            <a:r>
              <a:rPr lang="en-PH" b="1" dirty="0"/>
              <a:t>limiting</a:t>
            </a:r>
            <a:r>
              <a:rPr lang="en-PH" dirty="0"/>
              <a:t> or </a:t>
            </a:r>
            <a:endParaRPr lang="en-PH" dirty="0" smtClean="0"/>
          </a:p>
          <a:p>
            <a:pPr lvl="1"/>
            <a:r>
              <a:rPr lang="en-PH" dirty="0"/>
              <a:t>t</a:t>
            </a:r>
            <a:r>
              <a:rPr lang="en-PH" dirty="0" smtClean="0"/>
              <a:t>he </a:t>
            </a:r>
            <a:r>
              <a:rPr lang="en-PH" dirty="0"/>
              <a:t>state of being </a:t>
            </a:r>
            <a:r>
              <a:rPr lang="en-PH" dirty="0" smtClean="0"/>
              <a:t>limited</a:t>
            </a:r>
          </a:p>
          <a:p>
            <a:pPr lvl="1"/>
            <a:endParaRPr lang="en-PH" dirty="0"/>
          </a:p>
          <a:p>
            <a:pPr lvl="1"/>
            <a:r>
              <a:rPr lang="en-PH" dirty="0">
                <a:hlinkClick r:id="rId2"/>
              </a:rPr>
              <a:t>https://library.sacredheart.edu/c.php?g=29803&amp;p=185934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574168076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55</TotalTime>
  <Words>311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Vapor Trail</vt:lpstr>
      <vt:lpstr>Chapter 1:  introduction</vt:lpstr>
      <vt:lpstr>Purpose of introduction</vt:lpstr>
      <vt:lpstr>parts</vt:lpstr>
      <vt:lpstr>Background of the study</vt:lpstr>
      <vt:lpstr>Statement of the problem</vt:lpstr>
      <vt:lpstr>Statement of the problem</vt:lpstr>
      <vt:lpstr>Objective/s</vt:lpstr>
      <vt:lpstr>Objective/s</vt:lpstr>
      <vt:lpstr>Significance of the problem/research</vt:lpstr>
      <vt:lpstr>Scope and limitations  of the study </vt:lpstr>
      <vt:lpstr>Scope and limitations  of the study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Joel C. De Goma</dc:creator>
  <cp:lastModifiedBy>Joel C. De Goma</cp:lastModifiedBy>
  <cp:revision>6</cp:revision>
  <dcterms:created xsi:type="dcterms:W3CDTF">2020-06-23T02:50:44Z</dcterms:created>
  <dcterms:modified xsi:type="dcterms:W3CDTF">2020-06-23T03:46:39Z</dcterms:modified>
</cp:coreProperties>
</file>