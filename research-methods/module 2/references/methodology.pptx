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62" r:id="rId6"/>
    <p:sldId id="263" r:id="rId7"/>
    <p:sldId id="261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7/29/2020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 smtClean="0"/>
              <a:t>Methodology </a:t>
            </a:r>
            <a:endParaRPr lang="en-P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7733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Dataset 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H" dirty="0"/>
              <a:t>Data set information </a:t>
            </a:r>
          </a:p>
          <a:p>
            <a:pPr lvl="1"/>
            <a:r>
              <a:rPr lang="en-PH" dirty="0" smtClean="0"/>
              <a:t>Answer the following question</a:t>
            </a:r>
          </a:p>
          <a:p>
            <a:pPr lvl="2"/>
            <a:r>
              <a:rPr lang="en-PH" dirty="0" smtClean="0"/>
              <a:t>What </a:t>
            </a:r>
          </a:p>
          <a:p>
            <a:pPr lvl="2"/>
            <a:r>
              <a:rPr lang="en-PH" dirty="0" smtClean="0"/>
              <a:t>How </a:t>
            </a:r>
          </a:p>
          <a:p>
            <a:pPr lvl="2"/>
            <a:r>
              <a:rPr lang="en-PH" dirty="0" smtClean="0"/>
              <a:t>When</a:t>
            </a:r>
          </a:p>
          <a:p>
            <a:pPr lvl="2"/>
            <a:r>
              <a:rPr lang="en-PH" dirty="0"/>
              <a:t>W</a:t>
            </a:r>
            <a:r>
              <a:rPr lang="en-PH" dirty="0" smtClean="0"/>
              <a:t>hy</a:t>
            </a:r>
            <a:endParaRPr lang="en-PH" dirty="0"/>
          </a:p>
          <a:p>
            <a:pPr marL="0" indent="0">
              <a:buNone/>
            </a:pPr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284862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Dataset: what to gather?</a:t>
            </a:r>
            <a:endParaRPr lang="en-PH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 smtClean="0"/>
              <a:t>Data type:</a:t>
            </a:r>
          </a:p>
          <a:p>
            <a:r>
              <a:rPr lang="en-PH" dirty="0" smtClean="0"/>
              <a:t>Examples</a:t>
            </a:r>
          </a:p>
          <a:p>
            <a:pPr lvl="1"/>
            <a:r>
              <a:rPr lang="en-PH" dirty="0" smtClean="0"/>
              <a:t>Video</a:t>
            </a:r>
          </a:p>
          <a:p>
            <a:pPr lvl="2"/>
            <a:r>
              <a:rPr lang="en-PH" dirty="0" smtClean="0"/>
              <a:t>Traffic		: CCTV footage</a:t>
            </a:r>
          </a:p>
          <a:p>
            <a:pPr lvl="2"/>
            <a:r>
              <a:rPr lang="en-PH" dirty="0" smtClean="0"/>
              <a:t>Emotion	: face/movement footage</a:t>
            </a:r>
          </a:p>
          <a:p>
            <a:pPr lvl="1"/>
            <a:r>
              <a:rPr lang="en-PH" dirty="0" smtClean="0"/>
              <a:t>Sounds</a:t>
            </a:r>
          </a:p>
          <a:p>
            <a:pPr lvl="2"/>
            <a:r>
              <a:rPr lang="en-PH" dirty="0" smtClean="0"/>
              <a:t>Music Genre	: Songs </a:t>
            </a:r>
          </a:p>
          <a:p>
            <a:pPr lvl="2"/>
            <a:r>
              <a:rPr lang="en-PH" dirty="0" smtClean="0"/>
              <a:t>Health 	: pulse rate</a:t>
            </a:r>
          </a:p>
          <a:p>
            <a:pPr lvl="1"/>
            <a:r>
              <a:rPr lang="en-PH" dirty="0" smtClean="0"/>
              <a:t>Documents</a:t>
            </a:r>
          </a:p>
          <a:p>
            <a:pPr lvl="2"/>
            <a:r>
              <a:rPr lang="en-PH" dirty="0" smtClean="0"/>
              <a:t>Emotion	: Twitter/Facebook</a:t>
            </a:r>
          </a:p>
          <a:p>
            <a:pPr lvl="2"/>
            <a:r>
              <a:rPr lang="en-PH" dirty="0" smtClean="0"/>
              <a:t>Health	: Profile of Patients</a:t>
            </a:r>
          </a:p>
          <a:p>
            <a:pPr lvl="2"/>
            <a:endParaRPr lang="en-PH" dirty="0" smtClean="0"/>
          </a:p>
          <a:p>
            <a:pPr lvl="2"/>
            <a:endParaRPr lang="en-PH" dirty="0" smtClean="0"/>
          </a:p>
          <a:p>
            <a:pPr lvl="1"/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30280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Dataset: How </a:t>
            </a:r>
            <a:r>
              <a:rPr lang="en-PH" dirty="0"/>
              <a:t>to gather data? </a:t>
            </a:r>
            <a:br>
              <a:rPr lang="en-PH" dirty="0"/>
            </a:br>
            <a:r>
              <a:rPr lang="en-PH" dirty="0" smtClean="0"/>
              <a:t> 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PH" dirty="0" smtClean="0"/>
              <a:t>Example: Traffic Monitoring </a:t>
            </a:r>
          </a:p>
          <a:p>
            <a:pPr marL="228600" lvl="1">
              <a:spcBef>
                <a:spcPts val="1000"/>
              </a:spcBef>
            </a:pPr>
            <a:r>
              <a:rPr lang="en-PH" dirty="0" smtClean="0"/>
              <a:t>Set-up</a:t>
            </a:r>
          </a:p>
          <a:p>
            <a:pPr marL="685800" lvl="2">
              <a:spcBef>
                <a:spcPts val="1000"/>
              </a:spcBef>
            </a:pPr>
            <a:r>
              <a:rPr lang="en-PH" dirty="0" smtClean="0"/>
              <a:t>Location </a:t>
            </a:r>
            <a:r>
              <a:rPr lang="en-PH" dirty="0"/>
              <a:t>of data collection </a:t>
            </a:r>
          </a:p>
          <a:p>
            <a:pPr lvl="1"/>
            <a:r>
              <a:rPr lang="en-PH" dirty="0" smtClean="0"/>
              <a:t>Hardware to be used for data collection (if any)</a:t>
            </a:r>
          </a:p>
          <a:p>
            <a:pPr lvl="2"/>
            <a:r>
              <a:rPr lang="en-PH" dirty="0" smtClean="0"/>
              <a:t> specification </a:t>
            </a:r>
          </a:p>
          <a:p>
            <a:pPr lvl="1"/>
            <a:r>
              <a:rPr lang="en-PH" dirty="0" smtClean="0"/>
              <a:t>Hardware set-up during data gathering </a:t>
            </a:r>
          </a:p>
          <a:p>
            <a:pPr lvl="2"/>
            <a:r>
              <a:rPr lang="en-PH" dirty="0" smtClean="0"/>
              <a:t>E.g. angle and elevation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51189" y="2193925"/>
            <a:ext cx="2976021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05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Dataset: How </a:t>
            </a:r>
            <a:r>
              <a:rPr lang="en-PH" dirty="0"/>
              <a:t>to gather data? </a:t>
            </a:r>
            <a:br>
              <a:rPr lang="en-PH" dirty="0"/>
            </a:br>
            <a:r>
              <a:rPr lang="en-PH" dirty="0" smtClean="0"/>
              <a:t> 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 smtClean="0"/>
              <a:t>Example: Social Media Related </a:t>
            </a:r>
            <a:r>
              <a:rPr lang="en-PH" dirty="0"/>
              <a:t>Research </a:t>
            </a:r>
            <a:endParaRPr lang="en-PH" dirty="0" smtClean="0"/>
          </a:p>
          <a:p>
            <a:pPr marL="685800" lvl="2">
              <a:spcBef>
                <a:spcPts val="1000"/>
              </a:spcBef>
            </a:pPr>
            <a:r>
              <a:rPr lang="en-PH" dirty="0" smtClean="0"/>
              <a:t>Data Source </a:t>
            </a:r>
          </a:p>
          <a:p>
            <a:pPr marL="1143000" lvl="3">
              <a:spcBef>
                <a:spcPts val="1000"/>
              </a:spcBef>
            </a:pPr>
            <a:r>
              <a:rPr lang="en-PH" dirty="0" smtClean="0"/>
              <a:t>Twitter</a:t>
            </a:r>
          </a:p>
          <a:p>
            <a:pPr marL="1143000" lvl="3">
              <a:spcBef>
                <a:spcPts val="1000"/>
              </a:spcBef>
            </a:pPr>
            <a:r>
              <a:rPr lang="en-PH" dirty="0" smtClean="0"/>
              <a:t>Facebook </a:t>
            </a:r>
            <a:endParaRPr lang="en-PH" dirty="0"/>
          </a:p>
          <a:p>
            <a:pPr lvl="1"/>
            <a:r>
              <a:rPr lang="en-PH" dirty="0" smtClean="0"/>
              <a:t>Third Party Software for web mining (if any)</a:t>
            </a:r>
          </a:p>
        </p:txBody>
      </p:sp>
    </p:spTree>
    <p:extLst>
      <p:ext uri="{BB962C8B-B14F-4D97-AF65-F5344CB8AC3E}">
        <p14:creationId xmlns:p14="http://schemas.microsoft.com/office/powerpoint/2010/main" val="2370203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Dataset: How </a:t>
            </a:r>
            <a:r>
              <a:rPr lang="en-PH" dirty="0"/>
              <a:t>to gather data? </a:t>
            </a:r>
            <a:br>
              <a:rPr lang="en-PH" dirty="0"/>
            </a:br>
            <a:r>
              <a:rPr lang="en-PH" dirty="0" smtClean="0"/>
              <a:t> 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 smtClean="0"/>
              <a:t>Example: Health Related </a:t>
            </a:r>
            <a:r>
              <a:rPr lang="en-PH" dirty="0"/>
              <a:t>Research</a:t>
            </a:r>
            <a:endParaRPr lang="en-PH" dirty="0" smtClean="0"/>
          </a:p>
          <a:p>
            <a:pPr marL="685800" lvl="2">
              <a:spcBef>
                <a:spcPts val="1000"/>
              </a:spcBef>
            </a:pPr>
            <a:r>
              <a:rPr lang="en-PH" dirty="0" smtClean="0"/>
              <a:t>Data Source </a:t>
            </a:r>
          </a:p>
          <a:p>
            <a:pPr marL="1143000" lvl="3">
              <a:spcBef>
                <a:spcPts val="1000"/>
              </a:spcBef>
            </a:pPr>
            <a:r>
              <a:rPr lang="en-PH" dirty="0" smtClean="0"/>
              <a:t>From an organization</a:t>
            </a:r>
          </a:p>
          <a:p>
            <a:pPr marL="1600200" lvl="4">
              <a:spcBef>
                <a:spcPts val="1000"/>
              </a:spcBef>
            </a:pPr>
            <a:r>
              <a:rPr lang="en-PH" dirty="0" smtClean="0"/>
              <a:t>Internet/download</a:t>
            </a:r>
          </a:p>
          <a:p>
            <a:pPr marL="1600200" lvl="4">
              <a:spcBef>
                <a:spcPts val="1000"/>
              </a:spcBef>
            </a:pPr>
            <a:r>
              <a:rPr lang="en-PH" dirty="0" smtClean="0"/>
              <a:t>Digitized documents </a:t>
            </a:r>
          </a:p>
          <a:p>
            <a:pPr marL="1600200" lvl="4">
              <a:spcBef>
                <a:spcPts val="1000"/>
              </a:spcBef>
            </a:pPr>
            <a:endParaRPr lang="en-PH" dirty="0" smtClean="0"/>
          </a:p>
          <a:p>
            <a:pPr marL="1600200" lvl="4">
              <a:spcBef>
                <a:spcPts val="1000"/>
              </a:spcBef>
            </a:pPr>
            <a:endParaRPr lang="en-PH" dirty="0" smtClean="0"/>
          </a:p>
        </p:txBody>
      </p:sp>
    </p:spTree>
    <p:extLst>
      <p:ext uri="{BB962C8B-B14F-4D97-AF65-F5344CB8AC3E}">
        <p14:creationId xmlns:p14="http://schemas.microsoft.com/office/powerpoint/2010/main" val="2916757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Dataset: when to gather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H" dirty="0" smtClean="0"/>
              <a:t>Time Duration</a:t>
            </a:r>
          </a:p>
          <a:p>
            <a:pPr lvl="1"/>
            <a:r>
              <a:rPr lang="en-PH" dirty="0" smtClean="0"/>
              <a:t>Example</a:t>
            </a:r>
          </a:p>
          <a:p>
            <a:pPr lvl="2"/>
            <a:r>
              <a:rPr lang="en-PH" dirty="0" smtClean="0"/>
              <a:t>Traffic						: During rush hours </a:t>
            </a:r>
          </a:p>
          <a:p>
            <a:pPr lvl="2"/>
            <a:r>
              <a:rPr lang="en-PH" dirty="0" smtClean="0"/>
              <a:t>Emphatic(for call </a:t>
            </a:r>
            <a:r>
              <a:rPr lang="en-PH" dirty="0" err="1" smtClean="0"/>
              <a:t>center</a:t>
            </a:r>
            <a:r>
              <a:rPr lang="en-PH" dirty="0" smtClean="0"/>
              <a:t> research related)	: During peak calls</a:t>
            </a:r>
          </a:p>
          <a:p>
            <a:r>
              <a:rPr lang="en-PH" dirty="0" smtClean="0"/>
              <a:t>Date	</a:t>
            </a:r>
          </a:p>
          <a:p>
            <a:pPr lvl="1"/>
            <a:r>
              <a:rPr lang="en-PH" dirty="0" smtClean="0"/>
              <a:t>Define the start date and end date of data gathering.</a:t>
            </a:r>
          </a:p>
          <a:p>
            <a:pPr lvl="1"/>
            <a:r>
              <a:rPr lang="en-PH" dirty="0" smtClean="0"/>
              <a:t>Specific Day (if there is)</a:t>
            </a:r>
          </a:p>
          <a:p>
            <a:pPr lvl="2"/>
            <a:r>
              <a:rPr lang="en-PH" dirty="0" smtClean="0"/>
              <a:t>Traffic:	Monday to Friday to only </a:t>
            </a:r>
          </a:p>
          <a:p>
            <a:pPr lvl="1"/>
            <a:r>
              <a:rPr lang="en-PH" dirty="0" smtClean="0"/>
              <a:t>Example</a:t>
            </a:r>
          </a:p>
          <a:p>
            <a:pPr lvl="2"/>
            <a:r>
              <a:rPr lang="en-PH" dirty="0" smtClean="0"/>
              <a:t>Tweet Related Research </a:t>
            </a:r>
          </a:p>
          <a:p>
            <a:pPr lvl="3"/>
            <a:r>
              <a:rPr lang="en-PH" dirty="0" smtClean="0"/>
              <a:t>Define the years of data to be gathered </a:t>
            </a:r>
          </a:p>
          <a:p>
            <a:pPr lvl="3"/>
            <a:endParaRPr lang="en-PH" dirty="0" smtClean="0"/>
          </a:p>
          <a:p>
            <a:pPr lvl="3"/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31001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Dataset: why?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 smtClean="0"/>
              <a:t>Justification of procedures in data gathering</a:t>
            </a:r>
          </a:p>
          <a:p>
            <a:pPr lvl="1"/>
            <a:r>
              <a:rPr lang="en-PH" dirty="0" smtClean="0"/>
              <a:t>Must be aligned in</a:t>
            </a:r>
          </a:p>
          <a:p>
            <a:pPr lvl="2"/>
            <a:r>
              <a:rPr lang="en-PH" dirty="0" smtClean="0"/>
              <a:t>answering the research question/s</a:t>
            </a:r>
          </a:p>
          <a:p>
            <a:pPr lvl="2"/>
            <a:r>
              <a:rPr lang="en-PH" dirty="0" smtClean="0"/>
              <a:t>Meeting the objectives </a:t>
            </a:r>
          </a:p>
          <a:p>
            <a:pPr lvl="1"/>
            <a:r>
              <a:rPr lang="en-PH" dirty="0" smtClean="0"/>
              <a:t>From previous studies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229812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Procedures/experiment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PH" dirty="0" smtClean="0"/>
              <a:t>Define the steps in doing the research </a:t>
            </a:r>
          </a:p>
          <a:p>
            <a:pPr lvl="1"/>
            <a:r>
              <a:rPr lang="en-PH" dirty="0" smtClean="0"/>
              <a:t>How data will be processed in building the model </a:t>
            </a:r>
          </a:p>
          <a:p>
            <a:pPr lvl="1"/>
            <a:endParaRPr lang="en-PH" dirty="0"/>
          </a:p>
          <a:p>
            <a:r>
              <a:rPr lang="en-PH" dirty="0" smtClean="0"/>
              <a:t>Example</a:t>
            </a:r>
          </a:p>
          <a:p>
            <a:pPr lvl="1"/>
            <a:r>
              <a:rPr lang="en-PH" dirty="0" smtClean="0"/>
              <a:t>Stock Market Analysis (source: </a:t>
            </a:r>
            <a:r>
              <a:rPr lang="en-PH" dirty="0" err="1"/>
              <a:t>S</a:t>
            </a:r>
            <a:r>
              <a:rPr lang="en-PH" dirty="0" err="1" smtClean="0"/>
              <a:t>onam</a:t>
            </a:r>
            <a:r>
              <a:rPr lang="en-PH" dirty="0" smtClean="0"/>
              <a:t> thesis)</a:t>
            </a:r>
          </a:p>
          <a:p>
            <a:pPr lvl="2"/>
            <a:endParaRPr lang="en-PH" dirty="0" smtClean="0"/>
          </a:p>
          <a:p>
            <a:pPr lvl="1" algn="ctr"/>
            <a:endParaRPr lang="en-PH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42676" y="2193925"/>
            <a:ext cx="3393048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78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Procedure experiment</a:t>
            </a:r>
            <a:endParaRPr lang="en-PH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 smtClean="0"/>
              <a:t>Data Pre-processing</a:t>
            </a:r>
          </a:p>
          <a:p>
            <a:pPr lvl="1"/>
            <a:r>
              <a:rPr lang="en-PH" dirty="0" smtClean="0"/>
              <a:t>Data Cleaning</a:t>
            </a:r>
          </a:p>
          <a:p>
            <a:pPr lvl="1"/>
            <a:r>
              <a:rPr lang="en-PH" dirty="0" smtClean="0"/>
              <a:t>Data Enhancement </a:t>
            </a:r>
          </a:p>
          <a:p>
            <a:r>
              <a:rPr lang="en-PH" dirty="0" smtClean="0"/>
              <a:t>Model Creation</a:t>
            </a:r>
          </a:p>
          <a:p>
            <a:pPr lvl="1"/>
            <a:r>
              <a:rPr lang="en-PH" dirty="0" smtClean="0"/>
              <a:t>Type of Classifier </a:t>
            </a:r>
          </a:p>
          <a:p>
            <a:pPr lvl="2"/>
            <a:r>
              <a:rPr lang="en-PH" dirty="0" smtClean="0"/>
              <a:t>NN</a:t>
            </a:r>
          </a:p>
          <a:p>
            <a:pPr lvl="2"/>
            <a:r>
              <a:rPr lang="en-PH" dirty="0" smtClean="0"/>
              <a:t>KNN</a:t>
            </a:r>
          </a:p>
          <a:p>
            <a:pPr lvl="2"/>
            <a:r>
              <a:rPr lang="en-PH" dirty="0" smtClean="0"/>
              <a:t>SVM</a:t>
            </a:r>
          </a:p>
          <a:p>
            <a:r>
              <a:rPr lang="en-PH" dirty="0" smtClean="0"/>
              <a:t>Validation</a:t>
            </a:r>
          </a:p>
          <a:p>
            <a:pPr lvl="1"/>
            <a:r>
              <a:rPr lang="en-PH" dirty="0" smtClean="0"/>
              <a:t>10 folds?</a:t>
            </a:r>
          </a:p>
          <a:p>
            <a:pPr lvl="1"/>
            <a:r>
              <a:rPr lang="en-PH" dirty="0" smtClean="0"/>
              <a:t>How will you validate</a:t>
            </a:r>
            <a:endParaRPr lang="en-PH" dirty="0"/>
          </a:p>
          <a:p>
            <a:pPr lvl="2"/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77115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Model testing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 smtClean="0"/>
              <a:t>Dataset</a:t>
            </a:r>
          </a:p>
          <a:p>
            <a:pPr lvl="1"/>
            <a:r>
              <a:rPr lang="en-PH" dirty="0" smtClean="0"/>
              <a:t>Profile</a:t>
            </a:r>
          </a:p>
          <a:p>
            <a:r>
              <a:rPr lang="en-PH" dirty="0" smtClean="0"/>
              <a:t>Criteria </a:t>
            </a:r>
          </a:p>
          <a:p>
            <a:pPr lvl="1"/>
            <a:r>
              <a:rPr lang="en-PH" dirty="0" smtClean="0"/>
              <a:t>Define</a:t>
            </a:r>
          </a:p>
          <a:p>
            <a:pPr lvl="1"/>
            <a:r>
              <a:rPr lang="en-PH" dirty="0" smtClean="0"/>
              <a:t>formula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05771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Summary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 smtClean="0"/>
              <a:t>Content of Methodology</a:t>
            </a:r>
          </a:p>
          <a:p>
            <a:pPr lvl="1"/>
            <a:r>
              <a:rPr lang="en-PH" dirty="0" smtClean="0"/>
              <a:t>Dataset</a:t>
            </a:r>
          </a:p>
          <a:p>
            <a:pPr lvl="1"/>
            <a:r>
              <a:rPr lang="en-PH" dirty="0" smtClean="0"/>
              <a:t>Procedure</a:t>
            </a:r>
          </a:p>
          <a:p>
            <a:pPr lvl="1"/>
            <a:r>
              <a:rPr lang="en-PH" dirty="0" smtClean="0"/>
              <a:t>Model Testing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070793500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1450</TotalTime>
  <Words>210</Words>
  <Application>Microsoft Office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Century Gothic</vt:lpstr>
      <vt:lpstr>Vapor Trail</vt:lpstr>
      <vt:lpstr>Methodology </vt:lpstr>
      <vt:lpstr>Dataset </vt:lpstr>
      <vt:lpstr>Dataset: what to gather?</vt:lpstr>
      <vt:lpstr>Dataset: How to gather data?   </vt:lpstr>
      <vt:lpstr>Dataset: How to gather data?   </vt:lpstr>
      <vt:lpstr>Dataset: How to gather data?   </vt:lpstr>
      <vt:lpstr>Dataset: when to gather</vt:lpstr>
      <vt:lpstr>Dataset: why?</vt:lpstr>
      <vt:lpstr>Procedures/experiment</vt:lpstr>
      <vt:lpstr>Procedure experiment</vt:lpstr>
      <vt:lpstr>Model testing</vt:lpstr>
      <vt:lpstr>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Methodology</dc:title>
  <dc:creator>Joel C. De Goma</dc:creator>
  <cp:lastModifiedBy>Joel C. De Goma</cp:lastModifiedBy>
  <cp:revision>10</cp:revision>
  <dcterms:created xsi:type="dcterms:W3CDTF">2020-07-29T02:11:18Z</dcterms:created>
  <dcterms:modified xsi:type="dcterms:W3CDTF">2020-07-30T02:21:34Z</dcterms:modified>
</cp:coreProperties>
</file>